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notesSlides/_rels/notesSlide1.xml.rels>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0" y="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t>Original test speaker notes.</a:t>
            </a:r>
          </a:p>
        </p:txBody>
      </p:sp>
    </p:spTree>
  </p:cSld>
</p:notes>
</file>

<file path=ppt/slides/_rels/slide1.xml.rels>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>
          <a:xfrm>
            <a:off x="0" y="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t>Conversion test document</a:t>
            </a:r>
          </a:p>
        </p:txBody>
      </p:sp>
    </p:spTree>
  </p:cSld>
</p:sld>
</file>